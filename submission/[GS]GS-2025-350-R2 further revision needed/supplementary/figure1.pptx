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2387-C705-F957-C7FC-CDC1B806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3BE3D-BBC9-C6CE-5AC6-0AE8DE36A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5EE7-6AA5-2228-86AB-376D8E00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E7D5-CCB4-4816-D26E-2CA5CDE4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322AF-BDFF-5322-3C94-9B696C70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13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DBA0-E588-9ED2-0593-EA9F0B78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97DF5-EA3D-128C-5C1F-13FDA84A8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457F5-D97F-7E5C-D1D7-5FB8D560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D1676-64B9-B7FF-BBAD-71949015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ED369-A294-F047-F32A-30A2E002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5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6815-5DC7-8B61-3DE6-5F227EAAC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D593D-B3DF-B709-88B7-0B38D3A0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1DE13-8039-14AF-2625-3CE09D96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71038-A790-67C6-1414-74B7181F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2FE7-ECE8-C3E7-AF08-9401E016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92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A06F-A2EB-8D20-3BAF-926AE6FC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158B-9341-9F62-E5C0-AC507157A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E7043-AD48-2363-1084-958A8F2DC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9FD98-7ED2-2D26-DED7-337296FB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EC88A-9B69-E26F-1133-219F2168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128-8171-3BDD-A976-CA4CA1CA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5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2082-5ECB-9FB2-2BBD-33B111E4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E72CA-DE58-3CC3-7F27-C4DFBA51F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9EA73-CAAB-1626-9DB9-924F4EE9E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76420-E960-17EB-7068-4EBA7069C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67E80-2BCD-4D2E-57CB-B6E87BF0C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2A738-0B56-B36B-1CEC-AAAB770B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C78F2-B8F3-BF5D-1B44-2095868E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5D8F5-E590-003C-B984-FC136D12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30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68A9-4D62-3B1D-2A3C-02C2F131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098F8-4A3C-8A8D-4FE2-F062E773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2E21D-B8AA-D7A4-42F3-79E0D7A3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2F334-B574-EB20-EA1D-D370B020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76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88CBB-9544-93C7-665A-93DAFFB5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6DBD6-0FBD-C6B2-C9B1-68BD44B9F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8A6A9-D984-F7EE-8A9F-D093740B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60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D5F8-CDBB-C6DD-EDD4-9C722A46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0A923-3334-14E4-05AB-C40DBDFB4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1BC91-C538-9296-24B2-84AE327E9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45B8E-71E2-E815-3BE0-1799753E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70C65-8A55-4FF1-CD3E-4C10B432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A648D-31BC-E391-0441-BD95D53C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62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0190-CB78-6710-B600-89E063D1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BE5EC-516D-64EA-734E-AE41050D2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D72A8-782C-00EA-5CA1-880E798A7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2B7A2-4B3D-E038-1AA1-0A6BCD00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84FA0-7F68-3E85-18D2-2EDEC369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AD29-6957-EAF5-8A99-FC4691C2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80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2141-2C2D-8727-451D-DBCAC0BF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AAE2D-903C-798E-6928-5A934AC8D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AE00-872E-AF12-5049-8DE249F2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087D-708A-3435-7E3B-1A2DE3D2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8DC-D942-525B-4B23-274C9B94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45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F19A5-D882-9CA8-6A7A-A4BFF1C64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5824F-31D9-5322-FD53-BF094B16A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D3234-8698-E9FC-98AB-9825358B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58009-AB9C-F141-9B24-E31AE132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09D2-D2B1-93FA-C198-1A980C73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57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601C0-7013-4AE1-FF4B-E1D189DE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D8D18-A135-5C45-2291-06EA12CAA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0FDF7-2930-A4BC-F880-9C0DD937A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6522-A9B0-4F52-8E61-333B44915D9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2605-E8CA-820E-D54D-C542A2994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0E5C1-E2DA-C997-1D63-54C612DC4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3DE95-B47C-47B1-8267-4805F0216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21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AC73F25-A0C0-8985-7767-E47285F79B80}"/>
              </a:ext>
            </a:extLst>
          </p:cNvPr>
          <p:cNvGrpSpPr/>
          <p:nvPr/>
        </p:nvGrpSpPr>
        <p:grpSpPr>
          <a:xfrm>
            <a:off x="3449694" y="554951"/>
            <a:ext cx="8133735" cy="6175458"/>
            <a:chOff x="3449694" y="554951"/>
            <a:chExt cx="8133735" cy="617545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1A53D7A-90DF-677E-0030-9B5C5AB45EC3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9" t="3854" r="4891"/>
            <a:stretch>
              <a:fillRect/>
            </a:stretch>
          </p:blipFill>
          <p:spPr>
            <a:xfrm>
              <a:off x="3450837" y="673367"/>
              <a:ext cx="4111200" cy="3084258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E87F7AC-3B14-9F25-A7E3-8430D5EA7EC4}"/>
                </a:ext>
              </a:extLst>
            </p:cNvPr>
            <p:cNvGrpSpPr/>
            <p:nvPr/>
          </p:nvGrpSpPr>
          <p:grpSpPr>
            <a:xfrm>
              <a:off x="3449694" y="554951"/>
              <a:ext cx="8133735" cy="6175458"/>
              <a:chOff x="1737852" y="164762"/>
              <a:chExt cx="8133735" cy="6175458"/>
            </a:xfrm>
          </p:grpSpPr>
          <p:pic>
            <p:nvPicPr>
              <p:cNvPr id="11" name="Picture 10" descr="A graph of a patient's disease&#10;&#10;Description automatically generated">
                <a:extLst>
                  <a:ext uri="{FF2B5EF4-FFF2-40B4-BE49-F238E27FC236}">
                    <a16:creationId xmlns:a16="http://schemas.microsoft.com/office/drawing/2014/main" id="{CFAEB3B3-4243-016D-D1DC-9B0DF7658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7852" y="3255962"/>
                <a:ext cx="4112343" cy="3084258"/>
              </a:xfrm>
              <a:prstGeom prst="rect">
                <a:avLst/>
              </a:prstGeom>
            </p:spPr>
          </p:pic>
          <p:pic>
            <p:nvPicPr>
              <p:cNvPr id="7" name="Picture 6" descr="A graph of a patient's brain&#10;&#10;Description automatically generated">
                <a:extLst>
                  <a:ext uri="{FF2B5EF4-FFF2-40B4-BE49-F238E27FC236}">
                    <a16:creationId xmlns:a16="http://schemas.microsoft.com/office/drawing/2014/main" id="{1E64F6C8-8E55-1F28-067F-5A09E332A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59243" y="283649"/>
                <a:ext cx="4112343" cy="3084258"/>
              </a:xfrm>
              <a:prstGeom prst="rect">
                <a:avLst/>
              </a:prstGeom>
            </p:spPr>
          </p:pic>
          <p:pic>
            <p:nvPicPr>
              <p:cNvPr id="9" name="Picture 8" descr="A graph of a number of patients with surgery groups&#10;&#10;Description automatically generated">
                <a:extLst>
                  <a:ext uri="{FF2B5EF4-FFF2-40B4-BE49-F238E27FC236}">
                    <a16:creationId xmlns:a16="http://schemas.microsoft.com/office/drawing/2014/main" id="{EDB60722-0D25-29C8-9505-345320207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59244" y="3255962"/>
                <a:ext cx="4112343" cy="308425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1B33E1-1B17-1252-A251-98BD71214408}"/>
                  </a:ext>
                </a:extLst>
              </p:cNvPr>
              <p:cNvSpPr txBox="1"/>
              <p:nvPr/>
            </p:nvSpPr>
            <p:spPr>
              <a:xfrm>
                <a:off x="1737852" y="164765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A</a:t>
                </a:r>
                <a:endParaRPr lang="zh-CN" altLang="en-US" sz="24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C360D9-A315-F42A-73C4-B502B17CC1A5}"/>
                  </a:ext>
                </a:extLst>
              </p:cNvPr>
              <p:cNvSpPr txBox="1"/>
              <p:nvPr/>
            </p:nvSpPr>
            <p:spPr>
              <a:xfrm>
                <a:off x="5764776" y="164762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B</a:t>
                </a:r>
                <a:endParaRPr lang="zh-CN" altLang="en-US" sz="2400" b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7E16DF-EFD8-8C78-7619-C939E90AEF1E}"/>
                  </a:ext>
                </a:extLst>
              </p:cNvPr>
              <p:cNvSpPr txBox="1"/>
              <p:nvPr/>
            </p:nvSpPr>
            <p:spPr>
              <a:xfrm>
                <a:off x="1737852" y="3137076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C</a:t>
                </a:r>
                <a:endParaRPr lang="zh-CN" altLang="en-US" sz="24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76E303-90B5-03D6-7851-AD02EBFB6BCF}"/>
                  </a:ext>
                </a:extLst>
              </p:cNvPr>
              <p:cNvSpPr txBox="1"/>
              <p:nvPr/>
            </p:nvSpPr>
            <p:spPr>
              <a:xfrm>
                <a:off x="5759245" y="3137075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D</a:t>
                </a:r>
                <a:endParaRPr lang="zh-CN" altLang="en-US" sz="2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037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4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bryan</dc:creator>
  <cp:lastModifiedBy>zhao bryan</cp:lastModifiedBy>
  <cp:revision>13</cp:revision>
  <dcterms:created xsi:type="dcterms:W3CDTF">2024-01-26T01:01:57Z</dcterms:created>
  <dcterms:modified xsi:type="dcterms:W3CDTF">2025-12-20T01:23:05Z</dcterms:modified>
</cp:coreProperties>
</file>